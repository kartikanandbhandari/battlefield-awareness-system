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sldIdLst>
    <p:sldId id="256" r:id="rId4"/>
    <p:sldId id="257" r:id="rId5"/>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lstStyle/>
          <a:p>
            <a:r>
              <a:t>Footer</a:t>
            </a:r>
          </a:p>
        </p:txBody>
      </p:sp>
      <p:sp>
        <p:nvSpPr>
          <p:cNvPr id="3" name="PlaceHolder 2"/>
          <p:cNvSpPr>
            <a:spLocks noGrp="1"/>
          </p:cNvSpPr>
          <p:nvPr>
            <p:ph type="sldNum" idx="3"/>
          </p:nvPr>
        </p:nvSpPr>
        <p:spPr/>
        <p:txBody>
          <a:bodyPr/>
          <a:lstStyle/>
          <a:p>
            <a:fld id="{47B565A9-993C-431B-979D-3189A375E68D}" type="slidenum">
              <a:t>‹#›</a:t>
            </a:fld>
            <a:endParaRPr/>
          </a:p>
        </p:txBody>
      </p:sp>
      <p:sp>
        <p:nvSpPr>
          <p:cNvPr id="4" name="PlaceHolder 3"/>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DB5874E5-4821-49A5-9016-B01F9300FE31}" type="slidenum">
              <a:t>‹#›</a:t>
            </a:fld>
            <a:endParaRPr/>
          </a:p>
        </p:txBody>
      </p:sp>
      <p:sp>
        <p:nvSpPr>
          <p:cNvPr id="2" name="PlaceHolder 5"/>
          <p:cNvSpPr>
            <a:spLocks noGrp="1"/>
          </p:cNvSpPr>
          <p:nvPr>
            <p:ph type="dt" idx="1"/>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9"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4" name="PlaceHolder 3"/>
          <p:cNvSpPr>
            <a:spLocks noGrp="1"/>
          </p:cNvSpPr>
          <p:nvPr>
            <p:ph type="ftr" idx="2"/>
          </p:nvPr>
        </p:nvSpPr>
        <p:spPr/>
        <p:txBody>
          <a:bodyPr/>
          <a:lstStyle/>
          <a:p>
            <a:r>
              <a:t>Footer</a:t>
            </a:r>
          </a:p>
        </p:txBody>
      </p:sp>
      <p:sp>
        <p:nvSpPr>
          <p:cNvPr id="5" name="PlaceHolder 4"/>
          <p:cNvSpPr>
            <a:spLocks noGrp="1"/>
          </p:cNvSpPr>
          <p:nvPr>
            <p:ph type="sldNum" idx="3"/>
          </p:nvPr>
        </p:nvSpPr>
        <p:spPr/>
        <p:txBody>
          <a:bodyPr/>
          <a:lstStyle/>
          <a:p>
            <a:fld id="{15AD56C1-6231-434E-9690-192CC4E52D34}" type="slidenum">
              <a:t>‹#›</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264DE8FC-D8B8-4FFA-9DD5-AE93A63C5E2D}"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DA1E2747-A883-431D-8ACE-27D989A273DA}"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ftr" idx="2"/>
          </p:nvPr>
        </p:nvSpPr>
        <p:spPr/>
        <p:txBody>
          <a:bodyPr/>
          <a:lstStyle/>
          <a:p>
            <a:r>
              <a:t>Footer</a:t>
            </a:r>
          </a:p>
        </p:txBody>
      </p:sp>
      <p:sp>
        <p:nvSpPr>
          <p:cNvPr id="4" name="PlaceHolder 3"/>
          <p:cNvSpPr>
            <a:spLocks noGrp="1"/>
          </p:cNvSpPr>
          <p:nvPr>
            <p:ph type="sldNum" idx="3"/>
          </p:nvPr>
        </p:nvSpPr>
        <p:spPr/>
        <p:txBody>
          <a:bodyPr/>
          <a:lstStyle/>
          <a:p>
            <a:fld id="{4F4EBC55-1021-4032-A5A6-E8A18F4FE222}" type="slidenum">
              <a:t>‹#›</a:t>
            </a:fld>
            <a:endParaRPr/>
          </a:p>
        </p:txBody>
      </p:sp>
      <p:sp>
        <p:nvSpPr>
          <p:cNvPr id="5" name="PlaceHolder 4"/>
          <p:cNvSpPr>
            <a:spLocks noGrp="1"/>
          </p:cNvSpPr>
          <p:nvPr>
            <p:ph type="dt" idx="1"/>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605B9DE8-FB25-4239-868F-BA2224270679}"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2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2"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E32A683B-2D27-4B67-9649-935DF2390600}"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2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6"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2"/>
          </p:nvPr>
        </p:nvSpPr>
        <p:spPr/>
        <p:txBody>
          <a:bodyPr/>
          <a:lstStyle/>
          <a:p>
            <a:r>
              <a:t>Footer</a:t>
            </a:r>
          </a:p>
        </p:txBody>
      </p:sp>
      <p:sp>
        <p:nvSpPr>
          <p:cNvPr id="7" name="PlaceHolder 6"/>
          <p:cNvSpPr>
            <a:spLocks noGrp="1"/>
          </p:cNvSpPr>
          <p:nvPr>
            <p:ph type="sldNum" idx="3"/>
          </p:nvPr>
        </p:nvSpPr>
        <p:spPr/>
        <p:txBody>
          <a:bodyPr/>
          <a:lstStyle/>
          <a:p>
            <a:fld id="{DBC4BA01-4BA4-4A14-8201-BD5E9B769F36}" type="slidenum">
              <a:t>‹#›</a:t>
            </a:fld>
            <a:endParaRPr/>
          </a:p>
        </p:txBody>
      </p:sp>
      <p:sp>
        <p:nvSpPr>
          <p:cNvPr id="8" name="PlaceHolder 7"/>
          <p:cNvSpPr>
            <a:spLocks noGrp="1"/>
          </p:cNvSpPr>
          <p:nvPr>
            <p:ph type="dt" idx="1"/>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28"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29"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 name="PlaceHolder 4"/>
          <p:cNvSpPr>
            <a:spLocks noGrp="1"/>
          </p:cNvSpPr>
          <p:nvPr>
            <p:ph type="ftr" idx="2"/>
          </p:nvPr>
        </p:nvSpPr>
        <p:spPr/>
        <p:txBody>
          <a:bodyPr/>
          <a:lstStyle/>
          <a:p>
            <a:r>
              <a:t>Footer</a:t>
            </a:r>
          </a:p>
        </p:txBody>
      </p:sp>
      <p:sp>
        <p:nvSpPr>
          <p:cNvPr id="6" name="PlaceHolder 5"/>
          <p:cNvSpPr>
            <a:spLocks noGrp="1"/>
          </p:cNvSpPr>
          <p:nvPr>
            <p:ph type="sldNum" idx="3"/>
          </p:nvPr>
        </p:nvSpPr>
        <p:spPr/>
        <p:txBody>
          <a:bodyPr/>
          <a:lstStyle/>
          <a:p>
            <a:fld id="{1A0BD3AC-7501-413D-A364-867FEC160CE2}" type="slidenum">
              <a:t>‹#›</a:t>
            </a:fld>
            <a:endParaRPr/>
          </a:p>
        </p:txBody>
      </p:sp>
      <p:sp>
        <p:nvSpPr>
          <p:cNvPr id="7" name="PlaceHolder 6"/>
          <p:cNvSpPr>
            <a:spLocks noGrp="1"/>
          </p:cNvSpPr>
          <p:nvPr>
            <p:ph type="dt" idx="1"/>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3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4"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 name="PlaceHolder 6"/>
          <p:cNvSpPr>
            <a:spLocks noGrp="1"/>
          </p:cNvSpPr>
          <p:nvPr>
            <p:ph type="ftr" idx="2"/>
          </p:nvPr>
        </p:nvSpPr>
        <p:spPr/>
        <p:txBody>
          <a:bodyPr/>
          <a:lstStyle/>
          <a:p>
            <a:r>
              <a:t>Footer</a:t>
            </a:r>
          </a:p>
        </p:txBody>
      </p:sp>
      <p:sp>
        <p:nvSpPr>
          <p:cNvPr id="8" name="PlaceHolder 7"/>
          <p:cNvSpPr>
            <a:spLocks noGrp="1"/>
          </p:cNvSpPr>
          <p:nvPr>
            <p:ph type="sldNum" idx="3"/>
          </p:nvPr>
        </p:nvSpPr>
        <p:spPr/>
        <p:txBody>
          <a:bodyPr/>
          <a:lstStyle/>
          <a:p>
            <a:fld id="{C88A5D9A-92BC-4033-B940-6CF6B2558872}" type="slidenum">
              <a:t>‹#›</a:t>
            </a:fld>
            <a:endParaRPr/>
          </a:p>
        </p:txBody>
      </p:sp>
      <p:sp>
        <p:nvSpPr>
          <p:cNvPr id="9" name="PlaceHolder 8"/>
          <p:cNvSpPr>
            <a:spLocks noGrp="1"/>
          </p:cNvSpPr>
          <p:nvPr>
            <p:ph type="dt" idx="1"/>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36"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7"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8"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39"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40"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41"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9" name="PlaceHolder 8"/>
          <p:cNvSpPr>
            <a:spLocks noGrp="1"/>
          </p:cNvSpPr>
          <p:nvPr>
            <p:ph type="ftr" idx="2"/>
          </p:nvPr>
        </p:nvSpPr>
        <p:spPr/>
        <p:txBody>
          <a:bodyPr/>
          <a:lstStyle/>
          <a:p>
            <a:r>
              <a:t>Footer</a:t>
            </a:r>
          </a:p>
        </p:txBody>
      </p:sp>
      <p:sp>
        <p:nvSpPr>
          <p:cNvPr id="10" name="PlaceHolder 9"/>
          <p:cNvSpPr>
            <a:spLocks noGrp="1"/>
          </p:cNvSpPr>
          <p:nvPr>
            <p:ph type="sldNum" idx="3"/>
          </p:nvPr>
        </p:nvSpPr>
        <p:spPr/>
        <p:txBody>
          <a:bodyPr/>
          <a:lstStyle/>
          <a:p>
            <a:fld id="{BCC0D9F7-3432-4AA2-BD54-23E81AE7880A}" type="slidenum">
              <a:t>‹#›</a:t>
            </a:fld>
            <a:endParaRPr/>
          </a:p>
        </p:txBody>
      </p:sp>
      <p:sp>
        <p:nvSpPr>
          <p:cNvPr id="11" name="PlaceHolder 10"/>
          <p:cNvSpPr>
            <a:spLocks noGrp="1"/>
          </p:cNvSpPr>
          <p:nvPr>
            <p:ph type="dt" idx="1"/>
          </p:nvPr>
        </p:nvSpPr>
        <p:spPr/>
        <p:txBody>
          <a:body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BB3F69D7-BAD5-48F2-B88A-6E359FF56C8A}" type="slidenum">
              <a:t>‹#›</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49"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55C17B7F-D62C-487C-9030-D4F895864A55}"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51"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4" name="PlaceHolder 3"/>
          <p:cNvSpPr>
            <a:spLocks noGrp="1"/>
          </p:cNvSpPr>
          <p:nvPr>
            <p:ph type="ftr" idx="5"/>
          </p:nvPr>
        </p:nvSpPr>
        <p:spPr/>
        <p:txBody>
          <a:bodyPr/>
          <a:lstStyle/>
          <a:p>
            <a:r>
              <a:t>Footer</a:t>
            </a:r>
          </a:p>
        </p:txBody>
      </p:sp>
      <p:sp>
        <p:nvSpPr>
          <p:cNvPr id="5" name="PlaceHolder 4"/>
          <p:cNvSpPr>
            <a:spLocks noGrp="1"/>
          </p:cNvSpPr>
          <p:nvPr>
            <p:ph type="sldNum" idx="6"/>
          </p:nvPr>
        </p:nvSpPr>
        <p:spPr/>
        <p:txBody>
          <a:bodyPr/>
          <a:lstStyle/>
          <a:p>
            <a:fld id="{6A0BAA47-7A70-4114-9617-A6901E4BDD57}" type="slidenum">
              <a:t>‹#›</a:t>
            </a:fld>
            <a:endParaRPr/>
          </a:p>
        </p:txBody>
      </p:sp>
      <p:sp>
        <p:nvSpPr>
          <p:cNvPr id="6" name="PlaceHolder 5"/>
          <p:cNvSpPr>
            <a:spLocks noGrp="1"/>
          </p:cNvSpPr>
          <p:nvPr>
            <p:ph type="dt" idx="4"/>
          </p:nvPr>
        </p:nvSpPr>
        <p:spPr/>
        <p:txBody>
          <a:body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53"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4"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D199E681-D48B-4D55-A4E2-302C2F781090}"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CE7B6185-B519-4750-A303-D136C565D191}"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56"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ftr" idx="5"/>
          </p:nvPr>
        </p:nvSpPr>
        <p:spPr/>
        <p:txBody>
          <a:bodyPr/>
          <a:lstStyle/>
          <a:p>
            <a:r>
              <a:t>Footer</a:t>
            </a:r>
          </a:p>
        </p:txBody>
      </p:sp>
      <p:sp>
        <p:nvSpPr>
          <p:cNvPr id="4" name="PlaceHolder 3"/>
          <p:cNvSpPr>
            <a:spLocks noGrp="1"/>
          </p:cNvSpPr>
          <p:nvPr>
            <p:ph type="sldNum" idx="6"/>
          </p:nvPr>
        </p:nvSpPr>
        <p:spPr/>
        <p:txBody>
          <a:bodyPr/>
          <a:lstStyle/>
          <a:p>
            <a:fld id="{27EDE0DC-C57E-4719-B929-96664D6998D7}" type="slidenum">
              <a:t>‹#›</a:t>
            </a:fld>
            <a:endParaRPr/>
          </a:p>
        </p:txBody>
      </p:sp>
      <p:sp>
        <p:nvSpPr>
          <p:cNvPr id="5" name="PlaceHolder 4"/>
          <p:cNvSpPr>
            <a:spLocks noGrp="1"/>
          </p:cNvSpPr>
          <p:nvPr>
            <p:ph type="dt" idx="4"/>
          </p:nvPr>
        </p:nvSpPr>
        <p:spPr/>
        <p:txBody>
          <a:body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5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9"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0"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40186138-B287-4DEB-B0EA-F2D231A3C44E}"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62"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3"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4"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159A46CD-7A0C-44B2-8D3F-AFE77FE4BE37}"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6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6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7"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8"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5"/>
          </p:nvPr>
        </p:nvSpPr>
        <p:spPr/>
        <p:txBody>
          <a:bodyPr/>
          <a:lstStyle/>
          <a:p>
            <a:r>
              <a:t>Footer</a:t>
            </a:r>
          </a:p>
        </p:txBody>
      </p:sp>
      <p:sp>
        <p:nvSpPr>
          <p:cNvPr id="7" name="PlaceHolder 6"/>
          <p:cNvSpPr>
            <a:spLocks noGrp="1"/>
          </p:cNvSpPr>
          <p:nvPr>
            <p:ph type="sldNum" idx="6"/>
          </p:nvPr>
        </p:nvSpPr>
        <p:spPr/>
        <p:txBody>
          <a:bodyPr/>
          <a:lstStyle/>
          <a:p>
            <a:fld id="{87B4C3CB-68C9-453B-BF5A-247D9A5D8003}" type="slidenum">
              <a:t>‹#›</a:t>
            </a:fld>
            <a:endParaRPr/>
          </a:p>
        </p:txBody>
      </p:sp>
      <p:sp>
        <p:nvSpPr>
          <p:cNvPr id="8" name="PlaceHolder 7"/>
          <p:cNvSpPr>
            <a:spLocks noGrp="1"/>
          </p:cNvSpPr>
          <p:nvPr>
            <p:ph type="dt" idx="4"/>
          </p:nvPr>
        </p:nvSpPr>
        <p:spPr/>
        <p:txBody>
          <a:body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6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70"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1"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 name="PlaceHolder 4"/>
          <p:cNvSpPr>
            <a:spLocks noGrp="1"/>
          </p:cNvSpPr>
          <p:nvPr>
            <p:ph type="ftr" idx="5"/>
          </p:nvPr>
        </p:nvSpPr>
        <p:spPr/>
        <p:txBody>
          <a:bodyPr/>
          <a:lstStyle/>
          <a:p>
            <a:r>
              <a:t>Footer</a:t>
            </a:r>
          </a:p>
        </p:txBody>
      </p:sp>
      <p:sp>
        <p:nvSpPr>
          <p:cNvPr id="6" name="PlaceHolder 5"/>
          <p:cNvSpPr>
            <a:spLocks noGrp="1"/>
          </p:cNvSpPr>
          <p:nvPr>
            <p:ph type="sldNum" idx="6"/>
          </p:nvPr>
        </p:nvSpPr>
        <p:spPr/>
        <p:txBody>
          <a:bodyPr/>
          <a:lstStyle/>
          <a:p>
            <a:fld id="{28D3E37F-50C2-4FCF-97CC-B4A80AA2C7CB}" type="slidenum">
              <a:t>‹#›</a:t>
            </a:fld>
            <a:endParaRPr/>
          </a:p>
        </p:txBody>
      </p:sp>
      <p:sp>
        <p:nvSpPr>
          <p:cNvPr id="7" name="PlaceHolder 6"/>
          <p:cNvSpPr>
            <a:spLocks noGrp="1"/>
          </p:cNvSpPr>
          <p:nvPr>
            <p:ph type="dt" idx="4"/>
          </p:nvPr>
        </p:nvSpPr>
        <p:spPr/>
        <p:txBody>
          <a:body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73"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4"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5"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6"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 name="PlaceHolder 6"/>
          <p:cNvSpPr>
            <a:spLocks noGrp="1"/>
          </p:cNvSpPr>
          <p:nvPr>
            <p:ph type="ftr" idx="5"/>
          </p:nvPr>
        </p:nvSpPr>
        <p:spPr/>
        <p:txBody>
          <a:bodyPr/>
          <a:lstStyle/>
          <a:p>
            <a:r>
              <a:t>Footer</a:t>
            </a:r>
          </a:p>
        </p:txBody>
      </p:sp>
      <p:sp>
        <p:nvSpPr>
          <p:cNvPr id="8" name="PlaceHolder 7"/>
          <p:cNvSpPr>
            <a:spLocks noGrp="1"/>
          </p:cNvSpPr>
          <p:nvPr>
            <p:ph type="sldNum" idx="6"/>
          </p:nvPr>
        </p:nvSpPr>
        <p:spPr/>
        <p:txBody>
          <a:bodyPr/>
          <a:lstStyle/>
          <a:p>
            <a:fld id="{70F4C4C6-CF81-495B-A44C-84AD3DEA11BE}" type="slidenum">
              <a:t>‹#›</a:t>
            </a:fld>
            <a:endParaRPr/>
          </a:p>
        </p:txBody>
      </p:sp>
      <p:sp>
        <p:nvSpPr>
          <p:cNvPr id="9" name="PlaceHolder 8"/>
          <p:cNvSpPr>
            <a:spLocks noGrp="1"/>
          </p:cNvSpPr>
          <p:nvPr>
            <p:ph type="dt" idx="4"/>
          </p:nvPr>
        </p:nvSpPr>
        <p:spPr/>
        <p:txBody>
          <a:body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7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78"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9"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80"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81"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82"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83"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9" name="PlaceHolder 8"/>
          <p:cNvSpPr>
            <a:spLocks noGrp="1"/>
          </p:cNvSpPr>
          <p:nvPr>
            <p:ph type="ftr" idx="5"/>
          </p:nvPr>
        </p:nvSpPr>
        <p:spPr/>
        <p:txBody>
          <a:bodyPr/>
          <a:lstStyle/>
          <a:p>
            <a:r>
              <a:t>Footer</a:t>
            </a:r>
          </a:p>
        </p:txBody>
      </p:sp>
      <p:sp>
        <p:nvSpPr>
          <p:cNvPr id="10" name="PlaceHolder 9"/>
          <p:cNvSpPr>
            <a:spLocks noGrp="1"/>
          </p:cNvSpPr>
          <p:nvPr>
            <p:ph type="sldNum" idx="6"/>
          </p:nvPr>
        </p:nvSpPr>
        <p:spPr/>
        <p:txBody>
          <a:bodyPr/>
          <a:lstStyle/>
          <a:p>
            <a:fld id="{AA47C1FC-9785-4D6C-B157-DC41EE939D85}" type="slidenum">
              <a:t>‹#›</a:t>
            </a:fld>
            <a:endParaRPr/>
          </a:p>
        </p:txBody>
      </p:sp>
      <p:sp>
        <p:nvSpPr>
          <p:cNvPr id="11" name="PlaceHolder 10"/>
          <p:cNvSpPr>
            <a:spLocks noGrp="1"/>
          </p:cNvSpPr>
          <p:nvPr>
            <p:ph type="dt" idx="4"/>
          </p:nvPr>
        </p:nvSpPr>
        <p:spPr/>
        <p:txBody>
          <a:body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00B605CA-C627-4DBD-B7E1-731A9B465084}" type="slidenum">
              <a:t>‹#›</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91"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8D35C247-646D-4047-8FD1-EF6FA77F016E}" type="slidenum">
              <a:t>‹#›</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9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93"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4" name="PlaceHolder 3"/>
          <p:cNvSpPr>
            <a:spLocks noGrp="1"/>
          </p:cNvSpPr>
          <p:nvPr>
            <p:ph type="ftr" idx="8"/>
          </p:nvPr>
        </p:nvSpPr>
        <p:spPr/>
        <p:txBody>
          <a:bodyPr/>
          <a:lstStyle/>
          <a:p>
            <a:r>
              <a:t>Footer</a:t>
            </a:r>
          </a:p>
        </p:txBody>
      </p:sp>
      <p:sp>
        <p:nvSpPr>
          <p:cNvPr id="5" name="PlaceHolder 4"/>
          <p:cNvSpPr>
            <a:spLocks noGrp="1"/>
          </p:cNvSpPr>
          <p:nvPr>
            <p:ph type="sldNum" idx="9"/>
          </p:nvPr>
        </p:nvSpPr>
        <p:spPr/>
        <p:txBody>
          <a:bodyPr/>
          <a:lstStyle/>
          <a:p>
            <a:fld id="{CE63898B-DCE8-4E01-91EA-2F141617F674}" type="slidenum">
              <a:t>‹#›</a:t>
            </a:fld>
            <a:endParaRPr/>
          </a:p>
        </p:txBody>
      </p:sp>
      <p:sp>
        <p:nvSpPr>
          <p:cNvPr id="6" name="PlaceHolder 5"/>
          <p:cNvSpPr>
            <a:spLocks noGrp="1"/>
          </p:cNvSpPr>
          <p:nvPr>
            <p:ph type="dt" idx="7"/>
          </p:nvPr>
        </p:nvSpPr>
        <p:spPr/>
        <p:txBody>
          <a:body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95"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96"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118A684E-E677-4782-8D57-C9C1981047F9}" type="slidenum">
              <a:t>‹#›</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3AA36C47-9563-4730-AB8D-D69E3EAB9E4E}" type="slidenum">
              <a:t>‹#›</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98"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buNone/>
            </a:pPr>
            <a:endParaRPr lang="en-IN" sz="3200" b="0" strike="noStrike" spc="-1">
              <a:latin typeface="Arial"/>
            </a:endParaRPr>
          </a:p>
        </p:txBody>
      </p:sp>
      <p:sp>
        <p:nvSpPr>
          <p:cNvPr id="3" name="PlaceHolder 2"/>
          <p:cNvSpPr>
            <a:spLocks noGrp="1"/>
          </p:cNvSpPr>
          <p:nvPr>
            <p:ph type="ftr" idx="8"/>
          </p:nvPr>
        </p:nvSpPr>
        <p:spPr/>
        <p:txBody>
          <a:bodyPr/>
          <a:lstStyle/>
          <a:p>
            <a:r>
              <a:t>Footer</a:t>
            </a:r>
          </a:p>
        </p:txBody>
      </p:sp>
      <p:sp>
        <p:nvSpPr>
          <p:cNvPr id="4" name="PlaceHolder 3"/>
          <p:cNvSpPr>
            <a:spLocks noGrp="1"/>
          </p:cNvSpPr>
          <p:nvPr>
            <p:ph type="sldNum" idx="9"/>
          </p:nvPr>
        </p:nvSpPr>
        <p:spPr/>
        <p:txBody>
          <a:bodyPr/>
          <a:lstStyle/>
          <a:p>
            <a:fld id="{ADCDC844-FE07-4EEA-9600-6BE3EBFBDD28}" type="slidenum">
              <a:t>‹#›</a:t>
            </a:fld>
            <a:endParaRPr/>
          </a:p>
        </p:txBody>
      </p:sp>
      <p:sp>
        <p:nvSpPr>
          <p:cNvPr id="5" name="PlaceHolder 4"/>
          <p:cNvSpPr>
            <a:spLocks noGrp="1"/>
          </p:cNvSpPr>
          <p:nvPr>
            <p:ph type="dt" idx="7"/>
          </p:nvPr>
        </p:nvSpPr>
        <p:spPr/>
        <p:txBody>
          <a:body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00"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01"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02"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B4447A23-0EEC-4E1F-8AE5-35538F9BA3A7}"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04"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0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06"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7887DE6C-397F-4210-BC42-B467FBE1090B}"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08"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09"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10"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6" name="PlaceHolder 5"/>
          <p:cNvSpPr>
            <a:spLocks noGrp="1"/>
          </p:cNvSpPr>
          <p:nvPr>
            <p:ph type="ftr" idx="8"/>
          </p:nvPr>
        </p:nvSpPr>
        <p:spPr/>
        <p:txBody>
          <a:bodyPr/>
          <a:lstStyle/>
          <a:p>
            <a:r>
              <a:t>Footer</a:t>
            </a:r>
          </a:p>
        </p:txBody>
      </p:sp>
      <p:sp>
        <p:nvSpPr>
          <p:cNvPr id="7" name="PlaceHolder 6"/>
          <p:cNvSpPr>
            <a:spLocks noGrp="1"/>
          </p:cNvSpPr>
          <p:nvPr>
            <p:ph type="sldNum" idx="9"/>
          </p:nvPr>
        </p:nvSpPr>
        <p:spPr/>
        <p:txBody>
          <a:bodyPr/>
          <a:lstStyle/>
          <a:p>
            <a:fld id="{2F4BE1A1-1E5C-41BB-B91F-D6EB865CEDD2}" type="slidenum">
              <a:t>‹#›</a:t>
            </a:fld>
            <a:endParaRPr/>
          </a:p>
        </p:txBody>
      </p:sp>
      <p:sp>
        <p:nvSpPr>
          <p:cNvPr id="8" name="PlaceHolder 7"/>
          <p:cNvSpPr>
            <a:spLocks noGrp="1"/>
          </p:cNvSpPr>
          <p:nvPr>
            <p:ph type="dt" idx="7"/>
          </p:nvPr>
        </p:nvSpPr>
        <p:spPr/>
        <p:txBody>
          <a:body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12"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13"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5" name="PlaceHolder 4"/>
          <p:cNvSpPr>
            <a:spLocks noGrp="1"/>
          </p:cNvSpPr>
          <p:nvPr>
            <p:ph type="ftr" idx="8"/>
          </p:nvPr>
        </p:nvSpPr>
        <p:spPr/>
        <p:txBody>
          <a:bodyPr/>
          <a:lstStyle/>
          <a:p>
            <a:r>
              <a:t>Footer</a:t>
            </a:r>
          </a:p>
        </p:txBody>
      </p:sp>
      <p:sp>
        <p:nvSpPr>
          <p:cNvPr id="6" name="PlaceHolder 5"/>
          <p:cNvSpPr>
            <a:spLocks noGrp="1"/>
          </p:cNvSpPr>
          <p:nvPr>
            <p:ph type="sldNum" idx="9"/>
          </p:nvPr>
        </p:nvSpPr>
        <p:spPr/>
        <p:txBody>
          <a:bodyPr/>
          <a:lstStyle/>
          <a:p>
            <a:fld id="{AEA3E38B-7C12-40CB-8A04-852A0A43EA9F}" type="slidenum">
              <a:t>‹#›</a:t>
            </a:fld>
            <a:endParaRPr/>
          </a:p>
        </p:txBody>
      </p:sp>
      <p:sp>
        <p:nvSpPr>
          <p:cNvPr id="7" name="PlaceHolder 6"/>
          <p:cNvSpPr>
            <a:spLocks noGrp="1"/>
          </p:cNvSpPr>
          <p:nvPr>
            <p:ph type="dt" idx="7"/>
          </p:nvPr>
        </p:nvSpPr>
        <p:spPr/>
        <p:txBody>
          <a:body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14"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15"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16"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17"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18"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7" name="PlaceHolder 6"/>
          <p:cNvSpPr>
            <a:spLocks noGrp="1"/>
          </p:cNvSpPr>
          <p:nvPr>
            <p:ph type="ftr" idx="8"/>
          </p:nvPr>
        </p:nvSpPr>
        <p:spPr/>
        <p:txBody>
          <a:bodyPr/>
          <a:lstStyle/>
          <a:p>
            <a:r>
              <a:t>Footer</a:t>
            </a:r>
          </a:p>
        </p:txBody>
      </p:sp>
      <p:sp>
        <p:nvSpPr>
          <p:cNvPr id="8" name="PlaceHolder 7"/>
          <p:cNvSpPr>
            <a:spLocks noGrp="1"/>
          </p:cNvSpPr>
          <p:nvPr>
            <p:ph type="sldNum" idx="9"/>
          </p:nvPr>
        </p:nvSpPr>
        <p:spPr/>
        <p:txBody>
          <a:bodyPr/>
          <a:lstStyle/>
          <a:p>
            <a:fld id="{06264EB6-DEE2-4A45-94DB-D0CC15510BAF}" type="slidenum">
              <a:t>‹#›</a:t>
            </a:fld>
            <a:endParaRPr/>
          </a:p>
        </p:txBody>
      </p:sp>
      <p:sp>
        <p:nvSpPr>
          <p:cNvPr id="9" name="PlaceHolder 8"/>
          <p:cNvSpPr>
            <a:spLocks noGrp="1"/>
          </p:cNvSpPr>
          <p:nvPr>
            <p:ph type="dt" idx="7"/>
          </p:nvPr>
        </p:nvSpPr>
        <p:spPr/>
        <p:txBody>
          <a:body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endParaRPr lang="en-US" sz="1900" b="0" strike="noStrike" spc="-1">
              <a:solidFill>
                <a:srgbClr val="000000"/>
              </a:solidFill>
              <a:latin typeface="Calibri"/>
            </a:endParaRPr>
          </a:p>
        </p:txBody>
      </p:sp>
      <p:sp>
        <p:nvSpPr>
          <p:cNvPr id="120"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21"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22"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23"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24"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125"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endParaRPr lang="en-US" sz="3200" b="0" strike="noStrike" spc="-1">
              <a:solidFill>
                <a:srgbClr val="000000"/>
              </a:solidFill>
              <a:latin typeface="Calibri"/>
            </a:endParaRPr>
          </a:p>
        </p:txBody>
      </p:sp>
      <p:sp>
        <p:nvSpPr>
          <p:cNvPr id="9" name="PlaceHolder 8"/>
          <p:cNvSpPr>
            <a:spLocks noGrp="1"/>
          </p:cNvSpPr>
          <p:nvPr>
            <p:ph type="ftr" idx="8"/>
          </p:nvPr>
        </p:nvSpPr>
        <p:spPr/>
        <p:txBody>
          <a:bodyPr/>
          <a:lstStyle/>
          <a:p>
            <a:r>
              <a:t>Footer</a:t>
            </a:r>
          </a:p>
        </p:txBody>
      </p:sp>
      <p:sp>
        <p:nvSpPr>
          <p:cNvPr id="10" name="PlaceHolder 9"/>
          <p:cNvSpPr>
            <a:spLocks noGrp="1"/>
          </p:cNvSpPr>
          <p:nvPr>
            <p:ph type="sldNum" idx="9"/>
          </p:nvPr>
        </p:nvSpPr>
        <p:spPr/>
        <p:txBody>
          <a:bodyPr/>
          <a:lstStyle/>
          <a:p>
            <a:fld id="{8743A51E-A27F-4A52-A34F-47AFD0499FCA}" type="slidenum">
              <a:t>‹#›</a:t>
            </a:fld>
            <a:endParaRPr/>
          </a:p>
        </p:txBody>
      </p:sp>
      <p:sp>
        <p:nvSpPr>
          <p:cNvPr id="11" name="PlaceHolder 10"/>
          <p:cNvSpPr>
            <a:spLocks noGrp="1"/>
          </p:cNvSpPr>
          <p:nvPr>
            <p:ph type="dt" idx="7"/>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eg"/><Relationship Id="rId15" Type="http://schemas.openxmlformats.org/officeDocument/2006/relationships/image" Target="../media/image2.jpe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2.xml"/><Relationship Id="rId14" Type="http://schemas.openxmlformats.org/officeDocument/2006/relationships/image" Target="../media/image3.jpeg"/><Relationship Id="rId15" Type="http://schemas.openxmlformats.org/officeDocument/2006/relationships/image" Target="../media/image2.jpe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slideLayout" Target="../slideLayouts/slideLayout26.xml"/><Relationship Id="rId3" Type="http://schemas.openxmlformats.org/officeDocument/2006/relationships/slideLayout" Target="../slideLayouts/slideLayout27.xml"/><Relationship Id="rId4" Type="http://schemas.openxmlformats.org/officeDocument/2006/relationships/slideLayout" Target="../slideLayouts/slideLayout28.xml"/><Relationship Id="rId5" Type="http://schemas.openxmlformats.org/officeDocument/2006/relationships/slideLayout" Target="../slideLayouts/slideLayout29.xml"/><Relationship Id="rId6" Type="http://schemas.openxmlformats.org/officeDocument/2006/relationships/slideLayout" Target="../slideLayouts/slideLayout30.xml"/><Relationship Id="rId7" Type="http://schemas.openxmlformats.org/officeDocument/2006/relationships/slideLayout" Target="../slideLayouts/slideLayout31.xml"/><Relationship Id="rId8" Type="http://schemas.openxmlformats.org/officeDocument/2006/relationships/slideLayout" Target="../slideLayouts/slideLayout32.xml"/><Relationship Id="rId9" Type="http://schemas.openxmlformats.org/officeDocument/2006/relationships/slideLayout" Target="../slideLayouts/slideLayout33.xml"/><Relationship Id="rId10" Type="http://schemas.openxmlformats.org/officeDocument/2006/relationships/slideLayout" Target="../slideLayouts/slideLayout34.xml"/><Relationship Id="rId11" Type="http://schemas.openxmlformats.org/officeDocument/2006/relationships/slideLayout" Target="../slideLayouts/slideLayout35.xml"/><Relationship Id="rId12" Type="http://schemas.openxmlformats.org/officeDocument/2006/relationships/slideLayout" Target="../slideLayouts/slideLayout36.xml"/><Relationship Id="rId13" Type="http://schemas.openxmlformats.org/officeDocument/2006/relationships/theme" Target="../theme/theme3.xml"/><Relationship Id="rId14" Type="http://schemas.openxmlformats.org/officeDocument/2006/relationships/image" Target="../media/image4.jpeg"/><Relationship Id="rId15"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6" name="PlaceHolder 1"/>
          <p:cNvSpPr>
            <a:spLocks noGrp="1"/>
          </p:cNvSpPr>
          <p:nvPr>
            <p:ph type="dt" idx="1"/>
          </p:nvPr>
        </p:nvSpPr>
        <p:spPr>
          <a:xfrm>
            <a:off x="609480" y="6356520"/>
            <a:ext cx="2844360" cy="364680"/>
          </a:xfrm>
          <a:prstGeom prst="rect">
            <a:avLst/>
          </a:prstGeom>
          <a:noFill/>
          <a:ln w="0">
            <a:noFill/>
          </a:ln>
        </p:spPr>
        <p:txBody>
          <a:bodyPr anchor="ctr">
            <a:noAutofit/>
          </a:bodyPr>
          <a:lstStyle>
            <a:lvl1pPr>
              <a:lnSpc>
                <a:spcPct val="100000"/>
              </a:lnSpc>
              <a:buNone/>
              <a:defRPr lang="en-US" sz="1200" b="0" strike="noStrike" spc="-1">
                <a:solidFill>
                  <a:srgbClr val="8B8B8B"/>
                </a:solidFill>
                <a:latin typeface="Calibri"/>
              </a:defRPr>
            </a:lvl1pPr>
          </a:lstStyle>
          <a:p>
            <a:pPr>
              <a:lnSpc>
                <a:spcPct val="100000"/>
              </a:lnSpc>
              <a:buNone/>
            </a:pPr>
            <a:r>
              <a:rPr lang="en-US" sz="1200" b="0" strike="noStrike" spc="-1">
                <a:solidFill>
                  <a:srgbClr val="8B8B8B"/>
                </a:solidFill>
                <a:latin typeface="Calibri"/>
              </a:rPr>
              <a:t>&lt;date/time&gt;</a:t>
            </a:r>
            <a:endParaRPr lang="en-IN" sz="1200" b="0" strike="noStrike" spc="-1">
              <a:latin typeface="Times New Roman"/>
            </a:endParaRPr>
          </a:p>
        </p:txBody>
      </p:sp>
      <p:sp>
        <p:nvSpPr>
          <p:cNvPr id="7" name="PlaceHolder 2"/>
          <p:cNvSpPr>
            <a:spLocks noGrp="1"/>
          </p:cNvSpPr>
          <p:nvPr>
            <p:ph type="ftr" idx="2"/>
          </p:nvPr>
        </p:nvSpPr>
        <p:spPr>
          <a:xfrm>
            <a:off x="4165560" y="6356520"/>
            <a:ext cx="3860280" cy="364680"/>
          </a:xfrm>
          <a:prstGeom prst="rect">
            <a:avLst/>
          </a:prstGeom>
          <a:noFill/>
          <a:ln w="0">
            <a:noFill/>
          </a:ln>
        </p:spPr>
        <p:txBody>
          <a:bodyPr anchor="ctr">
            <a:noAutofit/>
          </a:bodyPr>
          <a:lstStyle>
            <a:lvl1pPr algn="ctr">
              <a:buNone/>
              <a:defRPr lang="en-IN" sz="1400" b="0" strike="noStrike" spc="-1">
                <a:latin typeface="Times New Roman"/>
              </a:defRPr>
            </a:lvl1pPr>
          </a:lstStyle>
          <a:p>
            <a:pPr algn="ctr">
              <a:buNone/>
            </a:pPr>
            <a:r>
              <a:rPr lang="en-IN" sz="1400" b="0" strike="noStrike" spc="-1">
                <a:latin typeface="Times New Roman"/>
              </a:rPr>
              <a:t>&lt;footer&gt;</a:t>
            </a:r>
          </a:p>
        </p:txBody>
      </p:sp>
      <p:sp>
        <p:nvSpPr>
          <p:cNvPr id="2" name="PlaceHolder 3"/>
          <p:cNvSpPr>
            <a:spLocks noGrp="1"/>
          </p:cNvSpPr>
          <p:nvPr>
            <p:ph type="sldNum" idx="3"/>
          </p:nvPr>
        </p:nvSpPr>
        <p:spPr>
          <a:xfrm>
            <a:off x="8737560" y="6356520"/>
            <a:ext cx="2844360" cy="364680"/>
          </a:xfrm>
          <a:prstGeom prst="rect">
            <a:avLst/>
          </a:prstGeom>
          <a:noFill/>
          <a:ln w="0">
            <a:noFill/>
          </a:ln>
        </p:spPr>
        <p:txBody>
          <a:bodyPr anchor="ctr">
            <a:noAutofit/>
          </a:bodyPr>
          <a:lstStyle>
            <a:lvl1pPr algn="r">
              <a:lnSpc>
                <a:spcPct val="100000"/>
              </a:lnSpc>
              <a:buNone/>
              <a:defRPr lang="en-US" sz="1200" b="0" strike="noStrike" spc="-1">
                <a:solidFill>
                  <a:srgbClr val="8B8B8B"/>
                </a:solidFill>
                <a:latin typeface="Calibri"/>
              </a:defRPr>
            </a:lvl1pPr>
          </a:lstStyle>
          <a:p>
            <a:pPr algn="r">
              <a:lnSpc>
                <a:spcPct val="100000"/>
              </a:lnSpc>
              <a:buNone/>
            </a:pPr>
            <a:fld id="{CE8510C1-2448-4775-A45F-EE04738A8FFE}" type="slidenum">
              <a:rPr lang="en-US" sz="1200" b="0" strike="noStrike" spc="-1">
                <a:solidFill>
                  <a:srgbClr val="8B8B8B"/>
                </a:solidFill>
                <a:latin typeface="Calibri"/>
              </a:rPr>
              <a:t>‹#›</a:t>
            </a:fld>
            <a:endParaRPr lang="en-IN" sz="1200" b="0" strike="noStrike" spc="-1">
              <a:latin typeface="Times New Roman"/>
            </a:endParaRPr>
          </a:p>
        </p:txBody>
      </p:sp>
      <p:sp>
        <p:nvSpPr>
          <p:cNvPr id="3"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1900" b="0" strike="noStrike" spc="-1">
                <a:solidFill>
                  <a:srgbClr val="000000"/>
                </a:solidFill>
                <a:latin typeface="Calibri"/>
              </a:rPr>
              <a:t>Click to edit the title text format</a:t>
            </a: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pic>
        <p:nvPicPr>
          <p:cNvPr id="5" name="Picture 4"/>
          <p:cNvPicPr/>
          <p:nvPr/>
        </p:nvPicPr>
        <p:blipFill>
          <a:blip r:embed="rId15"/>
          <a:stretch/>
        </p:blipFill>
        <p:spPr>
          <a:xfrm>
            <a:off x="3838680" y="2160000"/>
            <a:ext cx="4405320" cy="15375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42" name="PlaceHolder 1"/>
          <p:cNvSpPr>
            <a:spLocks noGrp="1"/>
          </p:cNvSpPr>
          <p:nvPr>
            <p:ph type="dt" idx="4"/>
          </p:nvPr>
        </p:nvSpPr>
        <p:spPr>
          <a:xfrm>
            <a:off x="609480" y="6356520"/>
            <a:ext cx="2844360" cy="364680"/>
          </a:xfrm>
          <a:prstGeom prst="rect">
            <a:avLst/>
          </a:prstGeom>
          <a:noFill/>
          <a:ln w="0">
            <a:noFill/>
          </a:ln>
        </p:spPr>
        <p:txBody>
          <a:bodyPr anchor="ctr">
            <a:noAutofit/>
          </a:bodyPr>
          <a:lstStyle>
            <a:lvl1pPr>
              <a:lnSpc>
                <a:spcPct val="100000"/>
              </a:lnSpc>
              <a:buNone/>
              <a:defRPr lang="en-US" sz="1200" b="0" strike="noStrike" spc="-1">
                <a:solidFill>
                  <a:srgbClr val="8B8B8B"/>
                </a:solidFill>
                <a:latin typeface="Calibri"/>
              </a:defRPr>
            </a:lvl1pPr>
          </a:lstStyle>
          <a:p>
            <a:pPr>
              <a:lnSpc>
                <a:spcPct val="100000"/>
              </a:lnSpc>
              <a:buNone/>
            </a:pPr>
            <a:r>
              <a:rPr lang="en-US" sz="1200" b="0" strike="noStrike" spc="-1">
                <a:solidFill>
                  <a:srgbClr val="8B8B8B"/>
                </a:solidFill>
                <a:latin typeface="Calibri"/>
              </a:rPr>
              <a:t>&lt;date/time&gt;</a:t>
            </a:r>
            <a:endParaRPr lang="en-IN" sz="1200" b="0" strike="noStrike" spc="-1">
              <a:latin typeface="Times New Roman"/>
            </a:endParaRPr>
          </a:p>
        </p:txBody>
      </p:sp>
      <p:sp>
        <p:nvSpPr>
          <p:cNvPr id="43" name="PlaceHolder 2"/>
          <p:cNvSpPr>
            <a:spLocks noGrp="1"/>
          </p:cNvSpPr>
          <p:nvPr>
            <p:ph type="ftr" idx="5"/>
          </p:nvPr>
        </p:nvSpPr>
        <p:spPr>
          <a:xfrm>
            <a:off x="4165560" y="6356520"/>
            <a:ext cx="3860280" cy="364680"/>
          </a:xfrm>
          <a:prstGeom prst="rect">
            <a:avLst/>
          </a:prstGeom>
          <a:noFill/>
          <a:ln w="0">
            <a:noFill/>
          </a:ln>
        </p:spPr>
        <p:txBody>
          <a:bodyPr anchor="ctr">
            <a:noAutofit/>
          </a:bodyPr>
          <a:lstStyle>
            <a:lvl1pPr algn="ctr">
              <a:buNone/>
              <a:defRPr lang="en-IN" sz="1400" b="0" strike="noStrike" spc="-1">
                <a:latin typeface="Times New Roman"/>
              </a:defRPr>
            </a:lvl1pPr>
          </a:lstStyle>
          <a:p>
            <a:pPr algn="ctr">
              <a:buNone/>
            </a:pPr>
            <a:r>
              <a:rPr lang="en-IN" sz="1400" b="0" strike="noStrike" spc="-1">
                <a:latin typeface="Times New Roman"/>
              </a:rPr>
              <a:t>&lt;footer&gt;</a:t>
            </a:r>
          </a:p>
        </p:txBody>
      </p:sp>
      <p:sp>
        <p:nvSpPr>
          <p:cNvPr id="44" name="PlaceHolder 3"/>
          <p:cNvSpPr>
            <a:spLocks noGrp="1"/>
          </p:cNvSpPr>
          <p:nvPr>
            <p:ph type="sldNum" idx="6"/>
          </p:nvPr>
        </p:nvSpPr>
        <p:spPr>
          <a:xfrm>
            <a:off x="8737560" y="6356520"/>
            <a:ext cx="2844360" cy="364680"/>
          </a:xfrm>
          <a:prstGeom prst="rect">
            <a:avLst/>
          </a:prstGeom>
          <a:noFill/>
          <a:ln w="0">
            <a:noFill/>
          </a:ln>
        </p:spPr>
        <p:txBody>
          <a:bodyPr anchor="ctr">
            <a:noAutofit/>
          </a:bodyPr>
          <a:lstStyle>
            <a:lvl1pPr algn="r">
              <a:lnSpc>
                <a:spcPct val="100000"/>
              </a:lnSpc>
              <a:buNone/>
              <a:defRPr lang="en-US" sz="1200" b="0" strike="noStrike" spc="-1">
                <a:solidFill>
                  <a:srgbClr val="8B8B8B"/>
                </a:solidFill>
                <a:latin typeface="Calibri"/>
              </a:defRPr>
            </a:lvl1pPr>
          </a:lstStyle>
          <a:p>
            <a:pPr algn="r">
              <a:lnSpc>
                <a:spcPct val="100000"/>
              </a:lnSpc>
              <a:buNone/>
            </a:pPr>
            <a:fld id="{B3622BF6-C1EF-49E2-A6E9-8DC057FE5E34}" type="slidenum">
              <a:rPr lang="en-US" sz="1200" b="0" strike="noStrike" spc="-1">
                <a:solidFill>
                  <a:srgbClr val="8B8B8B"/>
                </a:solidFill>
                <a:latin typeface="Calibri"/>
              </a:rPr>
              <a:t>‹#›</a:t>
            </a:fld>
            <a:endParaRPr lang="en-IN" sz="1200" b="0" strike="noStrike" spc="-1">
              <a:latin typeface="Times New Roman"/>
            </a:endParaRPr>
          </a:p>
        </p:txBody>
      </p:sp>
      <p:sp>
        <p:nvSpPr>
          <p:cNvPr id="45" name="PlaceHolder 4"/>
          <p:cNvSpPr>
            <a:spLocks noGrp="1"/>
          </p:cNvSpPr>
          <p:nvPr>
            <p:ph type="title"/>
          </p:nvPr>
        </p:nvSpPr>
        <p:spPr>
          <a:xfrm>
            <a:off x="0" y="2275920"/>
            <a:ext cx="12191760" cy="564480"/>
          </a:xfrm>
          <a:prstGeom prst="rect">
            <a:avLst/>
          </a:prstGeom>
          <a:noFill/>
          <a:ln w="0">
            <a:noFill/>
          </a:ln>
        </p:spPr>
        <p:txBody>
          <a:bodyPr anchor="ctr">
            <a:normAutofit fontScale="86000"/>
          </a:bodyPr>
          <a:lstStyle/>
          <a:p>
            <a:pPr algn="ctr">
              <a:lnSpc>
                <a:spcPct val="100000"/>
              </a:lnSpc>
              <a:buNone/>
            </a:pPr>
            <a:r>
              <a:rPr lang="en-US" sz="3600" b="0" strike="noStrike" spc="-1">
                <a:solidFill>
                  <a:srgbClr val="17375E"/>
                </a:solidFill>
                <a:latin typeface="Calibri"/>
              </a:rPr>
              <a:t>TITLE</a:t>
            </a:r>
            <a:endParaRPr lang="en-US" sz="3600" b="0" strike="noStrike" spc="-1">
              <a:solidFill>
                <a:srgbClr val="000000"/>
              </a:solidFill>
              <a:latin typeface="Calibri"/>
            </a:endParaRPr>
          </a:p>
        </p:txBody>
      </p:sp>
      <p:sp>
        <p:nvSpPr>
          <p:cNvPr id="4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pic>
        <p:nvPicPr>
          <p:cNvPr id="47" name="Picture 46"/>
          <p:cNvPicPr/>
          <p:nvPr/>
        </p:nvPicPr>
        <p:blipFill>
          <a:blip r:embed="rId15"/>
          <a:stretch/>
        </p:blipFill>
        <p:spPr>
          <a:xfrm>
            <a:off x="10260000" y="6011280"/>
            <a:ext cx="1681920" cy="587160"/>
          </a:xfrm>
          <a:prstGeom prst="rect">
            <a:avLst/>
          </a:prstGeom>
          <a:ln w="0">
            <a:noFill/>
          </a:ln>
        </p:spPr>
      </p:pic>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0">
          <a:blip r:embed="rId14"/>
          <a:stretch/>
        </a:blipFill>
        <a:effectLst/>
      </p:bgPr>
    </p:bg>
    <p:spTree>
      <p:nvGrpSpPr>
        <p:cNvPr id="1" name=""/>
        <p:cNvGrpSpPr/>
        <p:nvPr/>
      </p:nvGrpSpPr>
      <p:grpSpPr>
        <a:xfrm>
          <a:off x="0" y="0"/>
          <a:ext cx="0" cy="0"/>
          <a:chOff x="0" y="0"/>
          <a:chExt cx="0" cy="0"/>
        </a:xfrm>
      </p:grpSpPr>
      <p:sp>
        <p:nvSpPr>
          <p:cNvPr id="84" name="PlaceHolder 1"/>
          <p:cNvSpPr>
            <a:spLocks noGrp="1"/>
          </p:cNvSpPr>
          <p:nvPr>
            <p:ph type="dt" idx="7"/>
          </p:nvPr>
        </p:nvSpPr>
        <p:spPr>
          <a:xfrm>
            <a:off x="609480" y="6356520"/>
            <a:ext cx="2844360" cy="364680"/>
          </a:xfrm>
          <a:prstGeom prst="rect">
            <a:avLst/>
          </a:prstGeom>
          <a:noFill/>
          <a:ln w="0">
            <a:noFill/>
          </a:ln>
        </p:spPr>
        <p:txBody>
          <a:bodyPr anchor="ctr">
            <a:noAutofit/>
          </a:bodyPr>
          <a:lstStyle>
            <a:lvl1pPr>
              <a:lnSpc>
                <a:spcPct val="100000"/>
              </a:lnSpc>
              <a:buNone/>
              <a:defRPr lang="en-US" sz="1200" b="0" strike="noStrike" spc="-1">
                <a:solidFill>
                  <a:srgbClr val="8B8B8B"/>
                </a:solidFill>
                <a:latin typeface="Calibri"/>
              </a:defRPr>
            </a:lvl1pPr>
          </a:lstStyle>
          <a:p>
            <a:pPr>
              <a:lnSpc>
                <a:spcPct val="100000"/>
              </a:lnSpc>
              <a:buNone/>
            </a:pPr>
            <a:r>
              <a:rPr lang="en-US" sz="1200" b="0" strike="noStrike" spc="-1">
                <a:solidFill>
                  <a:srgbClr val="8B8B8B"/>
                </a:solidFill>
                <a:latin typeface="Calibri"/>
              </a:rPr>
              <a:t>&lt;date/time&gt;</a:t>
            </a:r>
            <a:endParaRPr lang="en-IN" sz="1200" b="0" strike="noStrike" spc="-1">
              <a:latin typeface="Times New Roman"/>
            </a:endParaRPr>
          </a:p>
        </p:txBody>
      </p:sp>
      <p:sp>
        <p:nvSpPr>
          <p:cNvPr id="85" name="PlaceHolder 2"/>
          <p:cNvSpPr>
            <a:spLocks noGrp="1"/>
          </p:cNvSpPr>
          <p:nvPr>
            <p:ph type="ftr" idx="8"/>
          </p:nvPr>
        </p:nvSpPr>
        <p:spPr>
          <a:xfrm>
            <a:off x="4165560" y="6356520"/>
            <a:ext cx="3860280" cy="364680"/>
          </a:xfrm>
          <a:prstGeom prst="rect">
            <a:avLst/>
          </a:prstGeom>
          <a:noFill/>
          <a:ln w="0">
            <a:noFill/>
          </a:ln>
        </p:spPr>
        <p:txBody>
          <a:bodyPr anchor="ctr">
            <a:noAutofit/>
          </a:bodyPr>
          <a:lstStyle>
            <a:lvl1pPr algn="ctr">
              <a:buNone/>
              <a:defRPr lang="en-IN" sz="1400" b="0" strike="noStrike" spc="-1">
                <a:latin typeface="Times New Roman"/>
              </a:defRPr>
            </a:lvl1pPr>
          </a:lstStyle>
          <a:p>
            <a:pPr algn="ctr">
              <a:buNone/>
            </a:pPr>
            <a:r>
              <a:rPr lang="en-IN" sz="1400" b="0" strike="noStrike" spc="-1">
                <a:latin typeface="Times New Roman"/>
              </a:rPr>
              <a:t>&lt;footer&gt;</a:t>
            </a:r>
          </a:p>
        </p:txBody>
      </p:sp>
      <p:sp>
        <p:nvSpPr>
          <p:cNvPr id="86" name="PlaceHolder 3"/>
          <p:cNvSpPr>
            <a:spLocks noGrp="1"/>
          </p:cNvSpPr>
          <p:nvPr>
            <p:ph type="sldNum" idx="9"/>
          </p:nvPr>
        </p:nvSpPr>
        <p:spPr>
          <a:xfrm>
            <a:off x="8737560" y="6356520"/>
            <a:ext cx="2844360" cy="364680"/>
          </a:xfrm>
          <a:prstGeom prst="rect">
            <a:avLst/>
          </a:prstGeom>
          <a:noFill/>
          <a:ln w="0">
            <a:noFill/>
          </a:ln>
        </p:spPr>
        <p:txBody>
          <a:bodyPr anchor="ctr">
            <a:noAutofit/>
          </a:bodyPr>
          <a:lstStyle>
            <a:lvl1pPr algn="r">
              <a:lnSpc>
                <a:spcPct val="100000"/>
              </a:lnSpc>
              <a:buNone/>
              <a:defRPr lang="en-US" sz="1200" b="0" strike="noStrike" spc="-1">
                <a:solidFill>
                  <a:srgbClr val="8B8B8B"/>
                </a:solidFill>
                <a:latin typeface="Calibri"/>
              </a:defRPr>
            </a:lvl1pPr>
          </a:lstStyle>
          <a:p>
            <a:pPr algn="r">
              <a:lnSpc>
                <a:spcPct val="100000"/>
              </a:lnSpc>
              <a:buNone/>
            </a:pPr>
            <a:fld id="{B4412AF1-E513-4153-8A8C-B9990C0B2C5B}" type="slidenum">
              <a:rPr lang="en-US" sz="1200" b="0" strike="noStrike" spc="-1">
                <a:solidFill>
                  <a:srgbClr val="8B8B8B"/>
                </a:solidFill>
                <a:latin typeface="Calibri"/>
              </a:rPr>
              <a:t>‹#›</a:t>
            </a:fld>
            <a:endParaRPr lang="en-IN" sz="1200" b="0" strike="noStrike" spc="-1">
              <a:latin typeface="Times New Roman"/>
            </a:endParaRPr>
          </a:p>
        </p:txBody>
      </p:sp>
      <p:pic>
        <p:nvPicPr>
          <p:cNvPr id="87" name="Picture 86"/>
          <p:cNvPicPr/>
          <p:nvPr/>
        </p:nvPicPr>
        <p:blipFill>
          <a:blip r:embed="rId15"/>
          <a:stretch/>
        </p:blipFill>
        <p:spPr>
          <a:xfrm>
            <a:off x="4653720" y="3888000"/>
            <a:ext cx="2784240" cy="972000"/>
          </a:xfrm>
          <a:prstGeom prst="rect">
            <a:avLst/>
          </a:prstGeom>
          <a:ln w="0">
            <a:noFill/>
          </a:ln>
        </p:spPr>
      </p:pic>
      <p:sp>
        <p:nvSpPr>
          <p:cNvPr id="88"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r>
              <a:rPr lang="en-US" sz="1900" b="0" strike="noStrike" spc="-1">
                <a:solidFill>
                  <a:srgbClr val="000000"/>
                </a:solidFill>
                <a:latin typeface="Calibri"/>
              </a:rPr>
              <a:t>Click to edit the title text format</a:t>
            </a:r>
          </a:p>
        </p:txBody>
      </p:sp>
      <p:sp>
        <p:nvSpPr>
          <p:cNvPr id="89"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rgbClr val="000000"/>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rgbClr val="000000"/>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rgbClr val="000000"/>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rgbClr val="000000"/>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rgbClr val="000000"/>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rgbClr val="000000"/>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rgbClr val="000000"/>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PlaceHolder 1"/>
          <p:cNvSpPr>
            <a:spLocks noGrp="1"/>
          </p:cNvSpPr>
          <p:nvPr>
            <p:ph type="title"/>
          </p:nvPr>
        </p:nvSpPr>
        <p:spPr>
          <a:xfrm>
            <a:off x="176980" y="2186280"/>
            <a:ext cx="11838039" cy="515880"/>
          </a:xfrm>
          <a:prstGeom prst="rect">
            <a:avLst/>
          </a:prstGeom>
          <a:noFill/>
          <a:ln w="0">
            <a:noFill/>
          </a:ln>
        </p:spPr>
        <p:txBody>
          <a:bodyPr anchor="ctr">
            <a:normAutofit fontScale="90000"/>
          </a:bodyPr>
          <a:lstStyle/>
          <a:p>
            <a:pPr algn="ctr">
              <a:lnSpc>
                <a:spcPct val="100000"/>
              </a:lnSpc>
            </a:pPr>
            <a:r>
              <a:rPr lang="en-US" sz="3600" dirty="0"/>
              <a:t>Cloud-Based Battlefield Situational Awareness &amp; Decision Support System</a:t>
            </a:r>
            <a:endParaRPr lang="en-US" sz="3600" b="0" strike="noStrike" spc="-1" dirty="0">
              <a:solidFill>
                <a:srgbClr val="000000"/>
              </a:solidFill>
              <a:latin typeface="Calibri"/>
            </a:endParaRPr>
          </a:p>
        </p:txBody>
      </p:sp>
      <p:sp>
        <p:nvSpPr>
          <p:cNvPr id="127" name="CustomShape 2"/>
          <p:cNvSpPr/>
          <p:nvPr/>
        </p:nvSpPr>
        <p:spPr>
          <a:xfrm>
            <a:off x="389159" y="4606920"/>
            <a:ext cx="4900596" cy="1691317"/>
          </a:xfrm>
          <a:prstGeom prst="rect">
            <a:avLst/>
          </a:prstGeom>
          <a:noFill/>
          <a:ln w="0">
            <a:noFill/>
          </a:ln>
        </p:spPr>
        <p:style>
          <a:lnRef idx="0">
            <a:scrgbClr r="0" g="0" b="0"/>
          </a:lnRef>
          <a:fillRef idx="0">
            <a:scrgbClr r="0" g="0" b="0"/>
          </a:fillRef>
          <a:effectRef idx="0">
            <a:scrgbClr r="0" g="0" b="0"/>
          </a:effectRef>
          <a:fontRef idx="minor"/>
        </p:style>
        <p:txBody>
          <a:bodyPr wrap="square" lIns="90000" tIns="45000" rIns="90000" bIns="45000" anchor="t">
            <a:spAutoFit/>
          </a:bodyPr>
          <a:lstStyle/>
          <a:p>
            <a:pPr>
              <a:lnSpc>
                <a:spcPct val="100000"/>
              </a:lnSpc>
              <a:buNone/>
            </a:pPr>
            <a:r>
              <a:rPr lang="en-US" b="1" strike="noStrike" spc="-1" dirty="0">
                <a:solidFill>
                  <a:srgbClr val="000000"/>
                </a:solidFill>
                <a:latin typeface="Times New Roman"/>
              </a:rPr>
              <a:t>SUBMITTED BY:-</a:t>
            </a:r>
            <a:endParaRPr lang="en-IN" b="0" strike="noStrike" spc="-1" dirty="0">
              <a:latin typeface="Arial"/>
            </a:endParaRPr>
          </a:p>
          <a:p>
            <a:pPr>
              <a:lnSpc>
                <a:spcPct val="100000"/>
              </a:lnSpc>
              <a:buNone/>
            </a:pPr>
            <a:r>
              <a:rPr lang="en-US" strike="noStrike" spc="-1" dirty="0">
                <a:solidFill>
                  <a:srgbClr val="000000"/>
                </a:solidFill>
                <a:latin typeface="Times New Roman"/>
              </a:rPr>
              <a:t>Kartik Anand </a:t>
            </a:r>
            <a:r>
              <a:rPr lang="en-US" spc="-1" dirty="0">
                <a:solidFill>
                  <a:srgbClr val="000000"/>
                </a:solidFill>
                <a:latin typeface="Times New Roman"/>
              </a:rPr>
              <a:t>Bhandari –R2142230487 (</a:t>
            </a:r>
            <a:r>
              <a:rPr lang="en-US" spc="-1" dirty="0" err="1">
                <a:solidFill>
                  <a:srgbClr val="000000"/>
                </a:solidFill>
                <a:latin typeface="Times New Roman"/>
              </a:rPr>
              <a:t>B.tech</a:t>
            </a:r>
            <a:r>
              <a:rPr lang="en-US" spc="-1" dirty="0">
                <a:solidFill>
                  <a:srgbClr val="000000"/>
                </a:solidFill>
                <a:latin typeface="Times New Roman"/>
              </a:rPr>
              <a:t> –</a:t>
            </a:r>
            <a:r>
              <a:rPr lang="en-US" spc="-1" dirty="0" err="1">
                <a:solidFill>
                  <a:srgbClr val="000000"/>
                </a:solidFill>
                <a:latin typeface="Times New Roman"/>
              </a:rPr>
              <a:t>cse</a:t>
            </a:r>
            <a:r>
              <a:rPr lang="en-US" spc="-1" dirty="0">
                <a:solidFill>
                  <a:srgbClr val="000000"/>
                </a:solidFill>
                <a:latin typeface="Times New Roman"/>
              </a:rPr>
              <a:t> (CCVT))</a:t>
            </a:r>
          </a:p>
          <a:p>
            <a:r>
              <a:rPr lang="en-US" spc="-1" dirty="0">
                <a:solidFill>
                  <a:srgbClr val="000000"/>
                </a:solidFill>
                <a:latin typeface="Times New Roman"/>
              </a:rPr>
              <a:t>Ayushman Naresh –R2142230481 (</a:t>
            </a:r>
            <a:r>
              <a:rPr lang="en-US" spc="-1" dirty="0" err="1">
                <a:solidFill>
                  <a:srgbClr val="000000"/>
                </a:solidFill>
                <a:latin typeface="Times New Roman"/>
              </a:rPr>
              <a:t>B.tech</a:t>
            </a:r>
            <a:r>
              <a:rPr lang="en-US" spc="-1" dirty="0">
                <a:solidFill>
                  <a:srgbClr val="000000"/>
                </a:solidFill>
                <a:latin typeface="Times New Roman"/>
              </a:rPr>
              <a:t> –</a:t>
            </a:r>
            <a:r>
              <a:rPr lang="en-US" spc="-1" dirty="0" err="1">
                <a:solidFill>
                  <a:srgbClr val="000000"/>
                </a:solidFill>
                <a:latin typeface="Times New Roman"/>
              </a:rPr>
              <a:t>cse</a:t>
            </a:r>
            <a:r>
              <a:rPr lang="en-US" spc="-1" dirty="0">
                <a:solidFill>
                  <a:srgbClr val="000000"/>
                </a:solidFill>
                <a:latin typeface="Times New Roman"/>
              </a:rPr>
              <a:t> (CCVT))</a:t>
            </a:r>
            <a:endParaRPr lang="en-IN" spc="-1" dirty="0"/>
          </a:p>
          <a:p>
            <a:pPr>
              <a:lnSpc>
                <a:spcPct val="100000"/>
              </a:lnSpc>
              <a:buNone/>
            </a:pPr>
            <a:endParaRPr lang="en-IN" sz="1400" b="0" strike="noStrike" spc="-1" dirty="0">
              <a:latin typeface="Arial"/>
            </a:endParaRPr>
          </a:p>
        </p:txBody>
      </p:sp>
      <p:sp>
        <p:nvSpPr>
          <p:cNvPr id="128" name="CustomShape 3"/>
          <p:cNvSpPr/>
          <p:nvPr/>
        </p:nvSpPr>
        <p:spPr>
          <a:xfrm>
            <a:off x="7393893" y="4606920"/>
            <a:ext cx="3832200" cy="644877"/>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gn="r">
              <a:lnSpc>
                <a:spcPct val="100000"/>
              </a:lnSpc>
              <a:buNone/>
            </a:pPr>
            <a:r>
              <a:rPr lang="en-US" b="1" strike="noStrike" spc="-1" dirty="0">
                <a:solidFill>
                  <a:srgbClr val="000000"/>
                </a:solidFill>
                <a:latin typeface="Times New Roman"/>
              </a:rPr>
              <a:t>MENTORED BY:-</a:t>
            </a:r>
          </a:p>
          <a:p>
            <a:pPr algn="r">
              <a:lnSpc>
                <a:spcPct val="100000"/>
              </a:lnSpc>
              <a:buNone/>
            </a:pPr>
            <a:r>
              <a:rPr lang="en-US" spc="-1" dirty="0">
                <a:solidFill>
                  <a:srgbClr val="000000"/>
                </a:solidFill>
                <a:latin typeface="Times New Roman"/>
              </a:rPr>
              <a:t>Prof. Abhishek Roshan </a:t>
            </a:r>
            <a:endParaRPr lang="en-IN" strike="noStrike" spc="-1" dirty="0">
              <a:latin typeface="Arial"/>
            </a:endParaRPr>
          </a:p>
        </p:txBody>
      </p:sp>
      <p:sp>
        <p:nvSpPr>
          <p:cNvPr id="129" name="Title 1"/>
          <p:cNvSpPr/>
          <p:nvPr/>
        </p:nvSpPr>
        <p:spPr>
          <a:xfrm>
            <a:off x="0" y="398880"/>
            <a:ext cx="12191760" cy="564480"/>
          </a:xfrm>
          <a:prstGeom prst="rect">
            <a:avLst/>
          </a:prstGeom>
          <a:noFill/>
          <a:ln w="0">
            <a:noFill/>
          </a:ln>
        </p:spPr>
        <p:style>
          <a:lnRef idx="0">
            <a:scrgbClr r="0" g="0" b="0"/>
          </a:lnRef>
          <a:fillRef idx="0">
            <a:scrgbClr r="0" g="0" b="0"/>
          </a:fillRef>
          <a:effectRef idx="0">
            <a:scrgbClr r="0" g="0" b="0"/>
          </a:effectRef>
          <a:fontRef idx="minor"/>
        </p:style>
        <p:txBody>
          <a:bodyPr anchor="ctr">
            <a:normAutofit fontScale="93500" lnSpcReduction="10000"/>
          </a:bodyPr>
          <a:lstStyle/>
          <a:p>
            <a:pPr algn="ctr">
              <a:lnSpc>
                <a:spcPct val="100000"/>
              </a:lnSpc>
              <a:buNone/>
              <a:tabLst>
                <a:tab pos="0" algn="l"/>
              </a:tabLst>
            </a:pPr>
            <a:r>
              <a:rPr lang="en-GB" sz="3600" b="0" strike="noStrike" spc="-1" dirty="0">
                <a:solidFill>
                  <a:srgbClr val="000000"/>
                </a:solidFill>
                <a:latin typeface="Calibri"/>
              </a:rPr>
              <a:t>Minor Project Presentation</a:t>
            </a:r>
            <a:endParaRPr lang="en-IN" sz="3600" b="0" strike="noStrike" spc="-1" dirty="0">
              <a:latin typeface="Aria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Engineering Approach</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Instead of just building a dashboard that displays flat data, our goal was to process information mathematically before the user even sees it.</a:t>
            </a:r>
          </a:p>
          <a:p>
            <a:pPr>
              <a:spcAft>
                <a:spcPts val="1000"/>
              </a:spcAft>
            </a:pPr>
            <a:r>
              <a:t>The user interface is really just the outer skin. The actual heavy lifting happens in the background algorithmic engines.</a:t>
            </a:r>
          </a:p>
          <a:p>
            <a:pPr>
              <a:spcAft>
                <a:spcPts val="1000"/>
              </a:spcAft>
            </a:pPr>
            <a:r>
              <a:t>We broke the problem down into distinct technical challenges: filtering bad data, grouping threats, routing units safely, and sorting alerts instantly.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Engineering Approach</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Instead of just building a dashboard that displays flat data, our goal was to process information mathematically before the user even sees it.</a:t>
            </a:r>
          </a:p>
          <a:p>
            <a:pPr>
              <a:spcAft>
                <a:spcPts val="1000"/>
              </a:spcAft>
            </a:pPr>
            <a:r>
              <a:t>The user interface is really just the outer skin. The actual heavy lifting happens in the background algorithmic engines.</a:t>
            </a:r>
          </a:p>
          <a:p>
            <a:pPr>
              <a:spcAft>
                <a:spcPts val="1000"/>
              </a:spcAft>
            </a:pPr>
            <a:r>
              <a:t>We broke the problem down into distinct technical challenges: filtering bad data, grouping threats, routing units safely, and sorting alerts instantly.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 &amp; Tech Stack</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We built the frontend using React and TypeScript. Strict typing was absolutely necessary here because of how many raw numbers the algorithms pass around.</a:t>
            </a:r>
          </a:p>
          <a:p>
            <a:pPr>
              <a:spcAft>
                <a:spcPts val="1000"/>
              </a:spcAft>
            </a:pPr>
            <a:r>
              <a:t>Vite handles the build process, which kept our development cycles fast.</a:t>
            </a:r>
          </a:p>
          <a:p>
            <a:pPr>
              <a:spcAft>
                <a:spcPts val="1000"/>
              </a:spcAft>
            </a:pPr>
            <a:r>
              <a:t>Data currently flows from a custom-built simulation engine directly into our React hooks, mimicking a real hardware telemetry feed.</a:t>
            </a:r>
          </a:p>
          <a:p>
            <a:pPr>
              <a:spcAft>
                <a:spcPts val="1000"/>
              </a:spcAft>
            </a:pPr>
            <a:r>
              <a:t>The architecture is strictly decoupled—the math logic doesn't care about the UI rendering.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System Architecture &amp; Tech Stack</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We built the frontend using React and TypeScript. Strict typing was absolutely necessary here because of how many raw numbers the algorithms pass around.</a:t>
            </a:r>
          </a:p>
          <a:p>
            <a:pPr>
              <a:spcAft>
                <a:spcPts val="1000"/>
              </a:spcAft>
            </a:pPr>
            <a:r>
              <a:t>Vite handles the build process, which kept our development cycles fast.</a:t>
            </a:r>
          </a:p>
          <a:p>
            <a:pPr>
              <a:spcAft>
                <a:spcPts val="1000"/>
              </a:spcAft>
            </a:pPr>
            <a:r>
              <a:t>Data currently flows from a custom-built simulation engine directly into our React hooks, mimicking a real hardware telemetry feed.</a:t>
            </a:r>
          </a:p>
          <a:p>
            <a:pPr>
              <a:spcAft>
                <a:spcPts val="1000"/>
              </a:spcAft>
            </a:pPr>
            <a:r>
              <a:t>The architecture is strictly decoupled—the math logic doesn't care about the UI rendering.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UI/UX &amp; Cognitive Load Management</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We didn't just want it to look cool; the dark 'War Room' aesthetic actually serves a functional purpose.</a:t>
            </a:r>
          </a:p>
          <a:p>
            <a:pPr>
              <a:spcAft>
                <a:spcPts val="1000"/>
              </a:spcAft>
            </a:pPr>
            <a:r>
              <a:t>Bright screens cause severe eye fatigue during long monitoring sessions. We stuck to a high-contrast dark mode with specific neon accents to draw the eye only when absolutely necessary.</a:t>
            </a:r>
          </a:p>
          <a:p>
            <a:pPr>
              <a:spcAft>
                <a:spcPts val="1000"/>
              </a:spcAft>
            </a:pPr>
            <a:r>
              <a:t>Defense Strategy: Color-coded thresholds (Red/Amber/Green) process in the human brain almost instantly, cutting down reaction time compared to complex bar charts.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Algorithm I - Kalman Filter Mechanics</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The Real-World Issue: Hardware isn't perfect. If you pull raw GPS coordinates from a moving unit in the field, the signal bounces around wildly due to atmospheric interference or active electronic jamming.</a:t>
            </a:r>
          </a:p>
          <a:p>
            <a:pPr>
              <a:spcAft>
                <a:spcPts val="1000"/>
              </a:spcAft>
            </a:pPr>
            <a:r>
              <a:t>Why not a moving average? A simple average is entirely backward-looking. By the time a moving average smooths out a trajectory, the unit has already moved somewhere else, causing a massive visual delay on the tactical map.</a:t>
            </a:r>
          </a:p>
          <a:p>
            <a:pPr>
              <a:spcAft>
                <a:spcPts val="1000"/>
              </a:spcAft>
            </a:pPr>
            <a:r>
              <a:t>The Kalman Solution: We implemented a 2D Kalman Filter because it doesn't just average past data—it actually predicts the future state based on velocity vectors.</a:t>
            </a:r>
          </a:p>
          <a:p>
            <a:pPr>
              <a:spcAft>
                <a:spcPts val="1000"/>
              </a:spcAft>
            </a:pPr>
            <a:r>
              <a:t>The Core Equation: The entire system balances on the Kalman Gain calculation: K = P / (P + R).</a:t>
            </a:r>
          </a:p>
          <a:p>
            <a:pPr>
              <a:spcAft>
                <a:spcPts val="1000"/>
              </a:spcAft>
            </a:pPr>
            <a:r>
              <a:t>The Trust Ratio: Think of the gain (K) as an automated trust dial. If the incoming sensor data has too much variance or noise (R), the system drops the gain and relies on its own internal physics prediction (P).</a:t>
            </a:r>
          </a:p>
          <a:p>
            <a:pPr>
              <a:spcAft>
                <a:spcPts val="1000"/>
              </a:spcAft>
            </a:pPr>
            <a:r>
              <a:t>The Operational Impact: This mathematical filtering guarantees that the command dashboard shows a perfectly smooth, realistic flight path or ground track, entirely ignoring wild, corrupted data spikes.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Algorithm II - A* Pathfinding &amp; Risk Weights</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The Immediate Problem: Standard navigation tools (like Dijkstra's) are blind to danger. They will calculate a straight line directly through an active firefight just because it's technically the shortest physical distance.</a:t>
            </a:r>
          </a:p>
          <a:p>
            <a:pPr>
              <a:spcAft>
                <a:spcPts val="1000"/>
              </a:spcAft>
            </a:pPr>
            <a:r>
              <a:t>Why A*? We needed an algorithm that was incredibly fast for real-time movement, but flexible enough to understand terrain constraints without lagging the browser.</a:t>
            </a:r>
          </a:p>
          <a:p>
            <a:pPr>
              <a:spcAft>
                <a:spcPts val="1000"/>
              </a:spcAft>
            </a:pPr>
            <a:r>
              <a:t>The Math Breakdown: The core heuristic function we wrote is f(n) = g(n) + h(n) + Σ Risk(z).</a:t>
            </a:r>
          </a:p>
          <a:p>
            <a:pPr>
              <a:spcAft>
                <a:spcPts val="1000"/>
              </a:spcAft>
            </a:pPr>
            <a:r>
              <a:t>The Efficiency Driver (h(n)): This is our 'guess' to the finish line. It forces the search engine to pull directly toward the objective instead of flooding the map in every direction, which saves massive amounts of CPU overhead.</a:t>
            </a:r>
          </a:p>
          <a:p>
            <a:pPr>
              <a:spcAft>
                <a:spcPts val="1000"/>
              </a:spcAft>
            </a:pPr>
            <a:r>
              <a:t>Injecting the Risk Matrix: This is where we altered the standard algorithm. Instead of just treating a hazardous combat sector as a blocked wall, we assign it an incredibly high numerical weight (Σ Risk).</a:t>
            </a:r>
          </a:p>
          <a:p>
            <a:pPr>
              <a:spcAft>
                <a:spcPts val="1000"/>
              </a:spcAft>
            </a:pPr>
            <a:r>
              <a:t>The Tactical Result: Because the math is constantly trying to find the 'cheapest' path, treating danger as a high-cost variable forces the system to automatically plot safe corridors around threats, even if the physical distance is three times as long.</a:t>
            </a:r>
          </a:p>
          <a:p>
            <a:pPr>
              <a:spcAft>
                <a:spcPts val="1000"/>
              </a:spcAft>
            </a:pPr>
            <a:r>
              <a:t>Defense Strategy: If the panel asks why we didn't just use a simpler 'avoidance' system, point out that simple avoidance creates infinite loops where units get stuck trying to go around obstacles. The f(n) formula guarantees that the unit will eventually reach the target without getting trapped in a corner.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Algorithm III - Sectoring via K-Means++</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The Issue: The battlefield gets chaotic, and command needs a way to group scattered threats into logical combat sectors.</a:t>
            </a:r>
          </a:p>
          <a:p>
            <a:pPr>
              <a:spcAft>
                <a:spcPts val="1000"/>
              </a:spcAft>
            </a:pPr>
            <a:r>
              <a:t>Defense Strategy: We use the '++' initialization variant to force the initial center points to be as far apart as possible, guaranteeing clean, distinct sector boundaries.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Core Algorithm IV - Event Triage using Min-Heap</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The Issue: When fifty things happen at once, the dashboard can't freeze, and the commander can't be reading warnings out of order.</a:t>
            </a:r>
          </a:p>
          <a:p>
            <a:pPr>
              <a:spcAft>
                <a:spcPts val="1000"/>
              </a:spcAft>
            </a:pPr>
            <a:r>
              <a:t>Defense Strategy: Binary Min-Heap allows us to pull the most critical alert in strict O(log n) time, preventing browser thread lock-up during high-intensity alerts.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Multi-Attribute Utility Theory (MAUT)</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We take Health, Fuel, and Ammunition and average them into a single Readiness Score.</a:t>
            </a:r>
          </a:p>
          <a:p>
            <a:pPr>
              <a:spcAft>
                <a:spcPts val="1000"/>
              </a:spcAft>
            </a:pPr>
            <a:r>
              <a:t>Defense Strategy: If a tank has 100% armor but 0% fuel, it is just a bunker. Our model ensures that any critical resource drop affects the whole unit's readiness state.</a:t>
            </a:r>
          </a:p>
          <a:p>
            <a:pPr>
              <a:spcAft>
                <a:spcPts val="1000"/>
              </a:spcAft>
            </a:pPr>
            <a:r>
              <a:t>Strict thresholds at 33% and 66% trigger the red and amber warning states.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Bayesian Success Prediction</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The Math: P(S) = (R_avg * 0.75) - (V_avg * 0.25).</a:t>
            </a:r>
          </a:p>
          <a:p>
            <a:pPr>
              <a:spcAft>
                <a:spcPts val="1000"/>
              </a:spcAft>
            </a:pPr>
            <a:r>
              <a:t>Defense Strategy: This is a weighted Bayesian probability with a 3-to-1 bias to our own force readiness. A well-prepared force can overcome most environmental threats.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Geospatial Integration Challenges</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We use Leaflet for the 2D tactical view (lightweight SVG paths) and CesiumJS for the 3D strategic perspective.</a:t>
            </a:r>
          </a:p>
          <a:p>
            <a:pPr>
              <a:spcAft>
                <a:spcPts val="1000"/>
              </a:spcAft>
            </a:pPr>
            <a:r>
              <a:t>Challenge: Custom synchronization logic ensures that selecting a unit in 2D tracks the exact same coordinate on the 3D globe seamlessly.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Backend Mocking &amp; State Management</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Simulation Engine: Maintains persistent state (fuel drain, health loss based on proximity) to test algorithms without real satellite access.</a:t>
            </a:r>
          </a:p>
          <a:p>
            <a:pPr>
              <a:spcAft>
                <a:spcPts val="1000"/>
              </a:spcAft>
            </a:pPr>
            <a:r>
              <a:t>Performance: We decoupled the engine from the UI, polling for updates on an interval to maintain a smooth 60fps even during heavy math processing.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Edge Cases &amp; System Testing</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Data Feed Drops: The Kalman filter coasts on the last known trajectory vector until connection is restored.</a:t>
            </a:r>
          </a:p>
          <a:p>
            <a:pPr>
              <a:spcAft>
                <a:spcPts val="1000"/>
              </a:spcAft>
            </a:pPr>
            <a:r>
              <a:t>No Safe Path: A* risk penalty maxes out and issues a 'No Viable Route' alert rather than blindly sending units into danger.</a:t>
            </a:r>
          </a:p>
          <a:p>
            <a:pPr>
              <a:spcAft>
                <a:spcPts val="1000"/>
              </a:spcAft>
            </a:pPr>
            <a:r>
              <a:t>Graceful Failure: The math is designed to prioritize safety over movement.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Final Thoughts &amp; Future Roadmap</a:t>
            </a:r>
          </a:p>
        </p:txBody>
      </p:sp>
      <p:sp>
        <p:nvSpPr>
          <p:cNvPr id="3" name="Subtitle 2"/>
          <p:cNvSpPr>
            <a:spLocks noGrp="1"/>
          </p:cNvSpPr>
          <p:nvPr>
            <p:ph type="subTitle"/>
          </p:nvPr>
        </p:nvSpPr>
        <p:spPr/>
        <p:txBody>
          <a:bodyPr/>
          <a:lstStyle/>
          <a:p/>
        </p:txBody>
      </p:sp>
      <p:sp>
        <p:nvSpPr>
          <p:cNvPr id="4" name="TextBox 3"/>
          <p:cNvSpPr txBox="1"/>
          <p:nvPr/>
        </p:nvSpPr>
        <p:spPr>
          <a:xfrm>
            <a:off x="914400" y="1371600"/>
            <a:ext cx="7315200" cy="4572000"/>
          </a:xfrm>
          <a:prstGeom prst="rect">
            <a:avLst/>
          </a:prstGeom>
          <a:noFill/>
        </p:spPr>
        <p:txBody>
          <a:bodyPr wrap="square">
            <a:spAutoFit/>
          </a:bodyPr>
          <a:lstStyle/>
          <a:p/>
          <a:p>
            <a:pPr>
              <a:spcAft>
                <a:spcPts val="1000"/>
              </a:spcAft>
            </a:pPr>
            <a:r>
              <a:t>Proof of Concept: React/JS are fully capable of heavy algorithmic processing if memory and loops are optimized.</a:t>
            </a:r>
          </a:p>
          <a:p>
            <a:pPr>
              <a:spcAft>
                <a:spcPts val="1000"/>
              </a:spcAft>
            </a:pPr>
            <a:r>
              <a:t>Next Steps: Replacing simulation with actual WebSockets and upgrading Bayesian weights to a Neural Network trained on historical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8817</TotalTime>
  <Words>48</Words>
  <Application>Microsoft Office PowerPoint</Application>
  <PresentationFormat>Widescreen</PresentationFormat>
  <Paragraphs>7</Paragraphs>
  <Slides>4</Slides>
  <Notes>0</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4</vt:i4>
      </vt:variant>
    </vt:vector>
  </HeadingPairs>
  <TitlesOfParts>
    <vt:vector size="12" baseType="lpstr">
      <vt:lpstr>Arial</vt:lpstr>
      <vt:lpstr>Calibri</vt:lpstr>
      <vt:lpstr>Symbol</vt:lpstr>
      <vt:lpstr>Times New Roman</vt:lpstr>
      <vt:lpstr>Wingdings</vt:lpstr>
      <vt:lpstr>Office Theme</vt:lpstr>
      <vt:lpstr>Office Theme</vt:lpstr>
      <vt:lpstr>Office Theme</vt:lpstr>
      <vt:lpstr>PowerPoint Presentation</vt:lpstr>
      <vt:lpstr>Cloud-Based Battlefield Situational Awareness &amp; Decision Support System</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Strengthen the embankments</dc:title>
  <dc:subject/>
  <dc:creator>Apple 2</dc:creator>
  <dc:description/>
  <cp:lastModifiedBy>KARTIK BHANDARI</cp:lastModifiedBy>
  <cp:revision>671</cp:revision>
  <cp:lastPrinted>2017-08-16T11:40:20Z</cp:lastPrinted>
  <dcterms:created xsi:type="dcterms:W3CDTF">2017-08-14T08:34:40Z</dcterms:created>
  <dcterms:modified xsi:type="dcterms:W3CDTF">2026-05-05T16:46:33Z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Custom</vt:lpwstr>
  </property>
  <property fmtid="{D5CDD505-2E9C-101B-9397-08002B2CF9AE}" pid="3" name="Slides">
    <vt:i4>11</vt:i4>
  </property>
</Properties>
</file>