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66" r:id="rId7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7B565A9-993C-431B-979D-3189A375E68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B5874E5-4821-49A5-9016-B01F9300FE31}" type="slidenum"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5AD56C1-6231-434E-9690-192CC4E52D3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64DE8FC-D8B8-4FFA-9DD5-AE93A63C5E2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A1E2747-A883-431D-8ACE-27D989A273D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F4EBC55-1021-4032-A5A6-E8A18F4FE22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05B9DE8-FB25-4239-868F-BA222427067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32A683B-2D27-4B67-9649-935DF239060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BC4BA01-4BA4-4A14-8201-BD5E9B769F36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A0BD3AC-7501-413D-A364-867FEC160CE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88A5D9A-92BC-4033-B940-6CF6B2558872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CC0D9F7-3432-4AA2-BD54-23E81AE7880A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B3F69D7-BAD5-48F2-B88A-6E359FF56C8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C17B7F-D62C-487C-9030-D4F895864A5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A0BAA47-7A70-4114-9617-A6901E4BDD5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199E681-D48B-4D55-A4E2-302C2F78109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E7B6185-B519-4750-A303-D136C565D19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7EDE0DC-C57E-4719-B929-96664D6998D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0186138-B287-4DEB-B0EA-F2D231A3C44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59A46CD-7A0C-44B2-8D3F-AFE77FE4BE3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7B4C3CB-68C9-453B-BF5A-247D9A5D800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8D3E37F-50C2-4FCF-97CC-B4A80AA2C7C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F4C4C6-CF81-495B-A44C-84AD3DEA11BE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A47C1FC-9785-4D6C-B157-DC41EE939D85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0B605CA-C627-4DBD-B7E1-731A9B46508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D35C247-646D-4047-8FD1-EF6FA77F016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E63898B-DCE8-4E01-91EA-2F141617F67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118A684E-E677-4782-8D57-C9C1981047F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3AA36C47-9563-4730-AB8D-D69E3EAB9E4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DCDC844-FE07-4EEA-9600-6BE3EBFBDD2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4447A23-0EEC-4E1F-8AE5-35538F9BA3A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7887DE6C-397F-4210-BC42-B467FBE1090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2F4BE1A1-1E5C-41BB-B91F-D6EB865CEDD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EA3E38B-7C12-40CB-8A04-852A0A43EA9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6264EB6-DEE2-4A45-94DB-D0CC15510BAF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743A51E-A27F-4A52-A34F-47AFD0499FCA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N" sz="1200" b="0" strike="noStrike" spc="-1"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8510C1-2448-4775-A45F-EE04738A8FFE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9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pic>
        <p:nvPicPr>
          <p:cNvPr id="5" name="Picture 4"/>
          <p:cNvPicPr/>
          <p:nvPr/>
        </p:nvPicPr>
        <p:blipFill>
          <a:blip r:embed="rId15"/>
          <a:stretch/>
        </p:blipFill>
        <p:spPr>
          <a:xfrm>
            <a:off x="3838680" y="2160000"/>
            <a:ext cx="4405320" cy="15375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N" sz="1200" b="0" strike="noStrike" spc="-1"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3622BF6-C1EF-49E2-A6E9-8DC057FE5E34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0" y="2275920"/>
            <a:ext cx="12191760" cy="564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000"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17375E"/>
                </a:solidFill>
                <a:latin typeface="Calibri"/>
              </a:rPr>
              <a:t>TITLE</a:t>
            </a:r>
            <a:endParaRPr lang="en-US" sz="3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pic>
        <p:nvPicPr>
          <p:cNvPr id="47" name="Picture 46"/>
          <p:cNvPicPr/>
          <p:nvPr/>
        </p:nvPicPr>
        <p:blipFill>
          <a:blip r:embed="rId15"/>
          <a:stretch/>
        </p:blipFill>
        <p:spPr>
          <a:xfrm>
            <a:off x="10260000" y="6011280"/>
            <a:ext cx="1681920" cy="5871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N" sz="1200" b="0" strike="noStrike" spc="-1"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6" name="PlaceHolder 3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4412AF1-E513-4153-8A8C-B9990C0B2C5B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87" name="Picture 86"/>
          <p:cNvPicPr/>
          <p:nvPr/>
        </p:nvPicPr>
        <p:blipFill>
          <a:blip r:embed="rId15"/>
          <a:stretch/>
        </p:blipFill>
        <p:spPr>
          <a:xfrm>
            <a:off x="4653720" y="3888000"/>
            <a:ext cx="2784240" cy="97200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9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76980" y="2186280"/>
            <a:ext cx="11838039" cy="515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3600" dirty="0"/>
              <a:t>Cloud-Based Battlefield Situational Awareness &amp; Decision Support System</a:t>
            </a:r>
            <a:endParaRPr lang="en-US" sz="36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389159" y="4606920"/>
            <a:ext cx="4900596" cy="16913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b="1" strike="noStrike" spc="-1" dirty="0">
                <a:solidFill>
                  <a:srgbClr val="000000"/>
                </a:solidFill>
                <a:latin typeface="Times New Roman"/>
              </a:rPr>
              <a:t>SUBMITTED BY:-</a:t>
            </a:r>
            <a:endParaRPr lang="en-IN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trike="noStrike" spc="-1" dirty="0">
                <a:solidFill>
                  <a:srgbClr val="000000"/>
                </a:solidFill>
                <a:latin typeface="Times New Roman"/>
              </a:rPr>
              <a:t>Kartik Anand </a:t>
            </a:r>
            <a:r>
              <a:rPr lang="en-US" spc="-1" dirty="0">
                <a:solidFill>
                  <a:srgbClr val="000000"/>
                </a:solidFill>
                <a:latin typeface="Times New Roman"/>
              </a:rPr>
              <a:t>Bhandari –R2142230487 (</a:t>
            </a:r>
            <a:r>
              <a:rPr lang="en-US" spc="-1" dirty="0" err="1">
                <a:solidFill>
                  <a:srgbClr val="000000"/>
                </a:solidFill>
                <a:latin typeface="Times New Roman"/>
              </a:rPr>
              <a:t>B.tech</a:t>
            </a:r>
            <a:r>
              <a:rPr lang="en-US" spc="-1" dirty="0">
                <a:solidFill>
                  <a:srgbClr val="000000"/>
                </a:solidFill>
                <a:latin typeface="Times New Roman"/>
              </a:rPr>
              <a:t> –</a:t>
            </a:r>
            <a:r>
              <a:rPr lang="en-US" spc="-1" dirty="0" err="1">
                <a:solidFill>
                  <a:srgbClr val="000000"/>
                </a:solidFill>
                <a:latin typeface="Times New Roman"/>
              </a:rPr>
              <a:t>cse</a:t>
            </a:r>
            <a:r>
              <a:rPr lang="en-US" spc="-1" dirty="0">
                <a:solidFill>
                  <a:srgbClr val="000000"/>
                </a:solidFill>
                <a:latin typeface="Times New Roman"/>
              </a:rPr>
              <a:t> (CCVT))</a:t>
            </a:r>
          </a:p>
          <a:p>
            <a:r>
              <a:rPr lang="en-US" spc="-1" dirty="0">
                <a:solidFill>
                  <a:srgbClr val="000000"/>
                </a:solidFill>
                <a:latin typeface="Times New Roman"/>
              </a:rPr>
              <a:t>Ayushman Naresh –R2142230481 (</a:t>
            </a:r>
            <a:r>
              <a:rPr lang="en-US" spc="-1" dirty="0" err="1">
                <a:solidFill>
                  <a:srgbClr val="000000"/>
                </a:solidFill>
                <a:latin typeface="Times New Roman"/>
              </a:rPr>
              <a:t>B.tech</a:t>
            </a:r>
            <a:r>
              <a:rPr lang="en-US" spc="-1" dirty="0">
                <a:solidFill>
                  <a:srgbClr val="000000"/>
                </a:solidFill>
                <a:latin typeface="Times New Roman"/>
              </a:rPr>
              <a:t> –</a:t>
            </a:r>
            <a:r>
              <a:rPr lang="en-US" spc="-1" dirty="0" err="1">
                <a:solidFill>
                  <a:srgbClr val="000000"/>
                </a:solidFill>
                <a:latin typeface="Times New Roman"/>
              </a:rPr>
              <a:t>cse</a:t>
            </a:r>
            <a:r>
              <a:rPr lang="en-US" spc="-1" dirty="0">
                <a:solidFill>
                  <a:srgbClr val="000000"/>
                </a:solidFill>
                <a:latin typeface="Times New Roman"/>
              </a:rPr>
              <a:t> (CCVT))</a:t>
            </a:r>
            <a:endParaRPr lang="en-IN" spc="-1" dirty="0"/>
          </a:p>
          <a:p>
            <a:pPr>
              <a:lnSpc>
                <a:spcPct val="100000"/>
              </a:lnSpc>
              <a:buNone/>
            </a:pPr>
            <a:endParaRPr lang="en-IN" sz="1400" b="0" strike="noStrike" spc="-1" dirty="0">
              <a:latin typeface="Arial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7393893" y="4606920"/>
            <a:ext cx="383220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b="1" strike="noStrike" spc="-1" dirty="0">
                <a:solidFill>
                  <a:srgbClr val="000000"/>
                </a:solidFill>
                <a:latin typeface="Times New Roman"/>
              </a:rPr>
              <a:t>MENTORED BY:-</a:t>
            </a:r>
          </a:p>
          <a:p>
            <a:pPr algn="r">
              <a:lnSpc>
                <a:spcPct val="100000"/>
              </a:lnSpc>
              <a:buNone/>
            </a:pPr>
            <a:r>
              <a:rPr lang="en-US" spc="-1" dirty="0">
                <a:solidFill>
                  <a:srgbClr val="000000"/>
                </a:solidFill>
                <a:latin typeface="Times New Roman"/>
              </a:rPr>
              <a:t>Prof. Abhishek Roshan </a:t>
            </a:r>
            <a:endParaRPr lang="en-IN" strike="noStrike" spc="-1" dirty="0">
              <a:latin typeface="Arial"/>
            </a:endParaRPr>
          </a:p>
        </p:txBody>
      </p:sp>
      <p:sp>
        <p:nvSpPr>
          <p:cNvPr id="129" name="Title 1"/>
          <p:cNvSpPr/>
          <p:nvPr/>
        </p:nvSpPr>
        <p:spPr>
          <a:xfrm>
            <a:off x="0" y="398880"/>
            <a:ext cx="12191760" cy="56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3500" lnSpcReduction="10000"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3600" b="0" strike="noStrike" spc="-1" dirty="0">
                <a:solidFill>
                  <a:srgbClr val="000000"/>
                </a:solidFill>
                <a:latin typeface="Calibri"/>
              </a:rPr>
              <a:t>Minor Project Presentation</a:t>
            </a:r>
            <a:endParaRPr lang="en-IN" sz="3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IN" sz="4000" b="0" strike="noStrike" spc="-1" dirty="0">
              <a:latin typeface="Arial"/>
            </a:endParaRPr>
          </a:p>
        </p:txBody>
      </p:sp>
      <p:sp>
        <p:nvSpPr>
          <p:cNvPr id="131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8817</TotalTime>
  <Words>48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Cloud-Based Battlefield Situational Awareness &amp; Decision Support System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Strengthen the embankments</dc:title>
  <dc:subject/>
  <dc:creator>Apple 2</dc:creator>
  <dc:description/>
  <cp:lastModifiedBy>KARTIK BHANDARI</cp:lastModifiedBy>
  <cp:revision>671</cp:revision>
  <cp:lastPrinted>2017-08-16T11:40:20Z</cp:lastPrinted>
  <dcterms:created xsi:type="dcterms:W3CDTF">2017-08-14T08:34:40Z</dcterms:created>
  <dcterms:modified xsi:type="dcterms:W3CDTF">2026-05-05T16:46:33Z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11</vt:i4>
  </property>
</Properties>
</file>